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Сәлеметсіздер ме! Біздің жоба — QOLDAU AI. Бұл балалардың сөйлеу кемшіліктерін ойын арқылы түзетуге көмектесетін жасанды интеллект платформасы. Бүгін оның барлық мүмкіндіктерін және практикалық пайдасын көрсетемін.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Мәселе төрт жақты: маман тапшы, сабақ қымбат, үй жаттығуы жалықтырады, ал ата-ана баланың қатесін өзі бақылай алмайды. Біз осы төртеуін де бір қосымшамен шешеміз.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QOLDAU AI — бұл алты модульден тұратын біртұтас платформа. Әрқайсысы сөйлеудің бір қырын дамытады: дыбыс айту, артикуляция, есту, байланыс. Келесі слайдтарда әр модульді бөлек көрсетемін.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қолданушы — 5-10 жас балалар. Бірақ пайда алушылар кеңірек: ата-аналар, кәсіби логопедтер және білім беру мекемелері. Барлығына ортақ артықшылық — қолжетімділік пен қарапайымдылық.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Бірінші модуль — жеке дыбыстарды автоматтандыруға арналған. Ең маңыздысы — «Сөзді қайтала» ойыны: бала сөзді айтады, Google Gemini моделі аудионы талдап, дәлдік пайызын береді. Жазба тыныштық бойынша өзі тоқтайды, балаға түйме басудың қажеті жоқ.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Екінші модуль тереңірек талдау береді: жалпы дәлдік қана емес, әр буынның сапасы. Мысалы, бала «КӨБЕЛЕК» дегенде «ЛЕК» буыны әлсіз болса — дәл сол көрінеді. Бұл логопедке нақты бағыт береді.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Үшінші модуль — артикуляциялық гимнастика. Веб-камера арқылы MediaPipe технологиясы баланың бет қимылдарын оқиды. Ол дұрыс гримаса жасағанын пайызбен көреді. Маңыздысы — барлық өңдеу браузерде жүреді, бет суреті серверге жіберілмейді, бұл жеке деректерді қорғайды.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Төртінші модуль — байланыстырып сөйлеуге арналған. Бала AI-доспен әңгімелеседі. Толық тізбек: дауыс мәтінге айналады, Gemini жауап дайындайды, жауап қайта дауысқа айналады. Дос үнемі сұрақ қойып, баланы сөйлеуге ынталандырады.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Бесінші модуль — ым-ишарат тілі, ол мүмкіндігі шектеулі балаларға қолдау. Ал прогресс жүйесі барлық модульдерді біріктіреді: бала өз жетістігін жұлдызшалармен көреді, бұл қайта ойнауға түрткі болады. Төменде — прогрестің нақты мысалы.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Техникалық жағынан: фронтенд Next.js 16 мен React 19-да. Жасанды интеллект бөлігі — Google Gemini (аудио талдау, сөйлеуді тану, диалог) және MediaPipe (бет-трекинг). Дауыс синтезі Edge-TTS қазақ даусымен. Прогресс браузерде сақталады.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Ең басты «вау» — функцияда. Біріншіден, қазақ тіліне бейімделген айтылым талдауы. Екіншіден, камера өңдеуі серверсіз әрі офлайн — дербестік пен жылдамдық. Үшіншіден, әр әрекетке лездік пайыздық баға. Осының бәрі бір қосымшада, тегін.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Қолдану қарапайым: күніне 10-15 минут, бала дыбыс таңдап, модульдер бойынша жүреді. Болашақта — толық дэшборд, мобайл қосымша, мектеппен интеграция жоспарлануда. Назарларыңызға рахмет, сұрақтарға дайынмын.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8B7B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468880"/>
            <a:ext cx="8229600" cy="8229600"/>
          </a:xfrm>
          <a:prstGeom prst="ellipse">
            <a:avLst/>
          </a:prstGeom>
          <a:solidFill>
            <a:srgbClr val="37D6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663440" y="-2011680"/>
            <a:ext cx="4114800" cy="4114800"/>
          </a:xfrm>
          <a:prstGeom prst="ellipse">
            <a:avLst/>
          </a:prstGeom>
          <a:solidFill>
            <a:srgbClr val="FFCF3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601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37D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932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</a:t>
            </a:r>
            <a:pPr indent="0" marL="0">
              <a:buNone/>
            </a:pPr>
            <a:r>
              <a:rPr lang="en-US" sz="300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Балаларға арналған жасанды интеллект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логопед-көмекші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Ойын арқылы таза, сенімді әрі көңілді сөйлеуге үйренеміз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Веб-қосымша</a:t>
            </a:r>
            <a:pPr indent="0" marL="0">
              <a:buNone/>
            </a:pPr>
            <a:r>
              <a:rPr lang="en-US" sz="14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Микрофон + камера   •   </a:t>
            </a:r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 тілі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Дипломдық жоба · қорғау презентациясы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Неге бұл өнім қажет?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25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Логопедиялық көмектің қолжетімсіздігі — нақты мәселе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" y="2258568"/>
            <a:ext cx="457200" cy="457200"/>
          </a:xfrm>
          <a:prstGeom prst="ellipse">
            <a:avLst/>
          </a:prstGeom>
          <a:solidFill>
            <a:srgbClr val="37D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21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Логопед тапшы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157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маманға жүздеген бала. Кезек айлап созылады, әсіресе ауылдық жерде.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73368" y="2258568"/>
            <a:ext cx="457200" cy="457200"/>
          </a:xfrm>
          <a:prstGeom prst="ellipse">
            <a:avLst/>
          </a:prstGeom>
          <a:solidFill>
            <a:srgbClr val="8B7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336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221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Жеке сабақ қымбат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7157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Тұрақты сабақ көп отбасына қаржылық жүк болады.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" y="4453128"/>
            <a:ext cx="457200" cy="457200"/>
          </a:xfrm>
          <a:prstGeom prst="ellipse">
            <a:avLst/>
          </a:prstGeom>
          <a:solidFill>
            <a:srgbClr val="37D6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4165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 жаттығуы — қызықсыз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91032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 қайталаудан жалығады, мотивациясы жоғалады.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41605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73368" y="4453128"/>
            <a:ext cx="457200" cy="457200"/>
          </a:xfrm>
          <a:prstGeom prst="ellipse">
            <a:avLst/>
          </a:prstGeom>
          <a:solidFill>
            <a:srgbClr val="8B7B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73368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4165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Қатені бақылау қиын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91032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Ата-ана баланың дыбысты дұрыс айтқанын өзі тексере алмайды.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 — қалтадағы логопед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25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Микрофон мен камера арқылы бала сөйлейді, AI лезде талдайды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 сөзді айтады немесе бет қимылын жасайды → жасанды интеллект оны нақты уақытта талдап, ойын түрінде түсінікті кері байланыс береді. Барлығы браузерде, орнатусыз.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3136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37D6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363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Дыбыстар ойындары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мини-ойын, AI айтылым бағасы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288036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3136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8B7B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26864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31363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Дауыс анализі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Дәлдік %, буынға талдау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38744" y="288036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5234C"/>
          </a:solidFill>
          <a:ln w="15875">
            <a:solidFill>
              <a:srgbClr val="2FE08A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94776" y="3136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FE08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94776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31363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гимнастика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61704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Камерамен артикуляция жаттығуы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690872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5234C"/>
          </a:solidFill>
          <a:ln w="15875">
            <a:solidFill>
              <a:srgbClr val="FFC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49469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CF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8952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946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Әңгімелесу жаттығуы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3766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AI-доспен еркін диалог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4690872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5234C"/>
          </a:solidFill>
          <a:ln w="15875">
            <a:solidFill>
              <a:srgbClr val="FF6FB0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49469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6FB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26864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193792" y="4946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Ым-ишарат тілі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193792" y="53766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ишараттарды тану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38744" y="4690872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94776" y="49469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37D6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94776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061704" y="4946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061704" y="53766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Жұлдызшалар мен пайыз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Кімге көмектеседі?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Балалар · 5–10 жас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Ойын арқылы жаттығады, жалықпайды. Әр дұрыс әрекет — мадақ пен анимация.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5234C"/>
          </a:solidFill>
          <a:ln w="15875">
            <a:solidFill>
              <a:srgbClr val="FFC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Ата-аналар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060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Үйде, тегін, кез келген уақытта. Баланың прогресін көреді.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3434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Логопедтер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3776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Сабақ аралығындағы үй жаттығуы. Бала өз бетінше дұрыс қайталайды.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40690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5234C"/>
          </a:solidFill>
          <a:ln w="15875">
            <a:solidFill>
              <a:srgbClr val="2FE08A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43434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Балабақша · мектеп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93776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Топпен қолдануға болады. Арнайы жабдық қажет емес — тек браузер.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1 · Дыбыстар ойындары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25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«Р», «Л», «Ш», «Ж», «С», «Қ», «Ғ», «Ң» дыбыстары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257800" cy="1572768"/>
          </a:xfrm>
          <a:prstGeom prst="roundRect">
            <a:avLst>
              <a:gd name="adj" fmla="val 5233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Сөзді қайтала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5915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 сөзді айтады. Gemini аудионы тыңдап, не айтқанын жазады және айтылым дәлдігін пайызбен бағалайды.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5257800" cy="1572768"/>
          </a:xfrm>
          <a:prstGeom prst="roundRect">
            <a:avLst>
              <a:gd name="adj" fmla="val 5233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Сөзді құрастыр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5915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Суретке қарап әріптерден сөз жинайды. Қате әріп орнына қойылмайды — бала шатаспайды.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5257800" cy="1572768"/>
          </a:xfrm>
          <a:prstGeom prst="roundRect">
            <a:avLst>
              <a:gd name="adj" fmla="val 5233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794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Көпіршік жару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8795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Керек дыбысы бар әріптерді ұшып жүрген көпіршіктерден табады.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611880"/>
            <a:ext cx="5257800" cy="1572768"/>
          </a:xfrm>
          <a:prstGeom prst="roundRect">
            <a:avLst>
              <a:gd name="adj" fmla="val 5233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  <a:effectLst>
            <a:outerShdw sx="100000" sy="100000" kx="0" ky="0" algn="bl" rotWithShape="0" blurRad="127000" dist="38100" dir="5400000">
              <a:srgbClr val="05070F">
                <a:alpha val="5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3794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Дыбысты тап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18795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Бірнеше сөздің ішінен керек дыбыс бар сөзді естіп табады.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731520"/>
          </a:xfrm>
          <a:prstGeom prst="roundRect">
            <a:avLst>
              <a:gd name="adj" fmla="val 12500"/>
            </a:avLst>
          </a:prstGeom>
          <a:solidFill>
            <a:srgbClr val="1C2F60"/>
          </a:solidFill>
          <a:ln w="12700">
            <a:solidFill>
              <a:srgbClr val="FFC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Микрофон жазбаны өзі тыңдайды: бала айтып болғанда автоматты түрде тоқтап, талдауды бастайды.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 · Дауыс анализі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25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Айтылымды буын деңгейінде талдау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6675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 сөзді айтады → AI не айтқанын мәтінге айналдырады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Айтылым дәлдігі 0–100% шкаласымен бағаланады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Сөз буынға бөлініп көрсетіледі: КӨ · БЕ · ЛЕК — қай буын әлсіз екені көрінеді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сөзден тұратын жинақ, қазақ және орыс тілі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Дыбыстық талдау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2514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0" y="2496312"/>
            <a:ext cx="475488" cy="475488"/>
          </a:xfrm>
          <a:prstGeom prst="ellipse">
            <a:avLst/>
          </a:prstGeom>
          <a:solidFill>
            <a:srgbClr val="0C1836"/>
          </a:solidFill>
          <a:ln w="38100">
            <a:solidFill>
              <a:srgbClr val="2FE0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840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729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0" y="3154680"/>
            <a:ext cx="475488" cy="475488"/>
          </a:xfrm>
          <a:prstGeom prst="ellipse">
            <a:avLst/>
          </a:prstGeom>
          <a:solidFill>
            <a:srgbClr val="0C1836"/>
          </a:solidFill>
          <a:ln w="38100">
            <a:solidFill>
              <a:srgbClr val="2FE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0" y="3172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8313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0" y="3813048"/>
            <a:ext cx="475488" cy="475488"/>
          </a:xfrm>
          <a:prstGeom prst="ellipse">
            <a:avLst/>
          </a:prstGeom>
          <a:solidFill>
            <a:srgbClr val="0C1836"/>
          </a:solidFill>
          <a:ln w="38100">
            <a:solidFill>
              <a:srgbClr val="FFC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0" y="3831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572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Айтылым дәлдігі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846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37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визуализация: дұрыс айтылғанда сфера жасыл түске еніп жанданады — балаға көрнекі марапат.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3 · AR гимнастика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25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Артикуляциялық гимнастика — веб-камера арқылы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MediaPipe FaceLandmarker: 52 бет қимылын (blendshapes) нақты уақытта оқиды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жаттығу: күлімсіреу · түтікше · ауызды ашу · щек үрлеу · ерін оңға-солға · қабақ көтеру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гримасаны қаншалық дұрыс жасағанын пайызбен көрсетеді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Дұрыс поза 1 секунд ұсталса — жаттығу автоматты есептеледі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0" y="17830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5234C"/>
          </a:solidFill>
          <a:ln w="15875">
            <a:solidFill>
              <a:srgbClr val="2FE0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2240280"/>
            <a:ext cx="1280160" cy="1280160"/>
          </a:xfrm>
          <a:prstGeom prst="ellipse">
            <a:avLst/>
          </a:prstGeom>
          <a:solidFill>
            <a:srgbClr val="0C1836"/>
          </a:solidFill>
          <a:ln w="31750">
            <a:solidFill>
              <a:srgbClr val="2FE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3657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бет-нүктелер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023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Күлімсіреу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4434840"/>
            <a:ext cx="2788920" cy="256032"/>
          </a:xfrm>
          <a:prstGeom prst="roundRect">
            <a:avLst>
              <a:gd name="adj" fmla="val 50000"/>
            </a:avLst>
          </a:prstGeom>
          <a:solidFill>
            <a:srgbClr val="0C18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443484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2FE0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562356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C2F60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6235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браузерде жұмыс істейді — сервер де, интернет те қажет емес. Бет суреті ешқайда жіберілмейді.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4 · Әңгімелесу жаттығуы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25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«Қолдау» деген AI-доспен еркін диалог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2167128"/>
            <a:ext cx="402336" cy="402336"/>
          </a:xfrm>
          <a:prstGeom prst="ellipse">
            <a:avLst/>
          </a:prstGeom>
          <a:solidFill>
            <a:srgbClr val="37D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16736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791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 сөйлейді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23774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6FF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52928" y="19659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2167128"/>
            <a:ext cx="402336" cy="402336"/>
          </a:xfrm>
          <a:prstGeom prst="ellipse">
            <a:avLst/>
          </a:prstGeom>
          <a:solidFill>
            <a:srgbClr val="8B7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66744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6791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Дыбыс → мәтін (STT)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23774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6FF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02936" y="19659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5234C"/>
          </a:solidFill>
          <a:ln w="15875">
            <a:solidFill>
              <a:srgbClr val="FFC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2167128"/>
            <a:ext cx="402336" cy="402336"/>
          </a:xfrm>
          <a:prstGeom prst="ellipse">
            <a:avLst/>
          </a:prstGeom>
          <a:solidFill>
            <a:srgbClr val="FFC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16752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26791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жауап ойлайды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23774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6FF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52944" y="19659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5234C"/>
          </a:solidFill>
          <a:ln w="15875">
            <a:solidFill>
              <a:srgbClr val="2FE0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2167128"/>
            <a:ext cx="402336" cy="402336"/>
          </a:xfrm>
          <a:prstGeom prst="ellipse">
            <a:avLst/>
          </a:prstGeom>
          <a:solidFill>
            <a:srgbClr val="2FE0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644384" y="26791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Мәтін → дауыс (TTS)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3774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6FF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02952" y="19659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5234C"/>
          </a:solidFill>
          <a:ln w="15875">
            <a:solidFill>
              <a:srgbClr val="FF6F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16768" y="2167128"/>
            <a:ext cx="402336" cy="402336"/>
          </a:xfrm>
          <a:prstGeom prst="ellipse">
            <a:avLst/>
          </a:prstGeom>
          <a:solidFill>
            <a:srgbClr val="FF6FB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716768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994392" y="26791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 жауап береді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840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Жауаптар қысқа әрі түсінікті — әрдайым бір қарапайым сұрақпен аяқталады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Баланы толық сөйлеммен сөйлеуге, ойын жеткізуге жаттықтырады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контексті сақталады — нақты әңгіме сезімі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Қатемен айтса — ұрыспай, дұрыс нұсқасын жайлап көрсетеді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Ым-ишарат + Прогресс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15234C"/>
          </a:solidFill>
          <a:ln w="15875">
            <a:solidFill>
              <a:srgbClr val="FF6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47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Ым-ишарат тілі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ым-ишараттарды үйрену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қимылды таниды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Сөйлей алмайтын балаларға қолдау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440680" cy="2788920"/>
          </a:xfrm>
          <a:prstGeom prst="roundRect">
            <a:avLst>
              <a:gd name="adj" fmla="val 3934"/>
            </a:avLst>
          </a:prstGeom>
          <a:solidFill>
            <a:srgbClr val="15234C"/>
          </a:solidFill>
          <a:ln w="15875">
            <a:solidFill>
              <a:srgbClr val="FFC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47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774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 дыбыс бойынша жұлдызшалар мен пайыз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Орындалған тапсырмалар есте сақталады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 жетістігін көреді — мотивация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Ата-ана мен логопед бақылай алады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11155680" cy="1463040"/>
          </a:xfrm>
          <a:prstGeom prst="roundRect">
            <a:avLst>
              <a:gd name="adj" fmla="val 7500"/>
            </a:avLst>
          </a:prstGeom>
          <a:solidFill>
            <a:srgbClr val="0C1836"/>
          </a:solidFill>
          <a:ln w="12700">
            <a:solidFill>
              <a:srgbClr val="2E4A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64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Мысал: балада прогресс осылай көрінеді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«Р» дыбысы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5230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5257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5257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«Ш» дыбысы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5230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5257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5257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«Л» дыбысы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5230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27080" y="5257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Технологиялар мен архитектура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(3D)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17373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1965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сервистер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468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аудио талдау, STT, диалог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— қазақ дауысы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— бет-трекинг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38744" y="17373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15234C"/>
          </a:solidFill>
          <a:ln w="15875">
            <a:solidFill>
              <a:srgbClr val="2FE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13064" y="1965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13064" y="2468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прогресс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 суреті сақталмайды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 тек талдау үшін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0C1836"/>
          </a:solidFill>
          <a:ln w="12700">
            <a:solidFill>
              <a:srgbClr val="2E4A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983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5234C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983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(микрофон/камера)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807208" y="5120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D6FF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163824" y="4983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5234C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9544" y="4983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102352" y="5120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D6FF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58968" y="4983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5234C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04688" y="4983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397496" y="5120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D6FF"/>
                </a:solidFill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54112" y="4983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5234C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99832" y="4983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MediaPipe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5120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D6FF"/>
                </a:solidFill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049256" y="4983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5234C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94976" y="4983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Лездік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 байланыс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Неге бұл — «вау»?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25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Функционалдық айрықшалығы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5234C"/>
          </a:solidFill>
          <a:ln w="13970">
            <a:solidFill>
              <a:srgbClr val="37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91156"/>
            <a:ext cx="201168" cy="201168"/>
          </a:xfrm>
          <a:prstGeom prst="ellipse">
            <a:avLst/>
          </a:prstGeom>
          <a:solidFill>
            <a:srgbClr val="37D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203911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 тіліне бейімделген AI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4231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Айтылымды қазақша талдау — нарықта өте сирек кездеседі.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5234C"/>
          </a:solidFill>
          <a:ln w="13970">
            <a:solidFill>
              <a:srgbClr val="8B7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391156"/>
            <a:ext cx="201168" cy="201168"/>
          </a:xfrm>
          <a:prstGeom prst="ellipse">
            <a:avLst/>
          </a:prstGeom>
          <a:solidFill>
            <a:srgbClr val="8B7B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203911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Серверсіз бет-трекинг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4231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өңдеуі толығымен браузерде әрі офлайн. Дербестік сақталады.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10128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5234C"/>
          </a:solidFill>
          <a:ln w="13970">
            <a:solidFill>
              <a:srgbClr val="FFC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26764"/>
            <a:ext cx="201168" cy="201168"/>
          </a:xfrm>
          <a:prstGeom prst="ellipse">
            <a:avLst/>
          </a:prstGeom>
          <a:solidFill>
            <a:srgbClr val="FFC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34747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Лездік нақты кері байланыс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85876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 әрекетке пайызбен баға — бала бірден түсінеді.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310128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5234C"/>
          </a:solidFill>
          <a:ln w="13970">
            <a:solidFill>
              <a:srgbClr val="2FE0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826764"/>
            <a:ext cx="201168" cy="201168"/>
          </a:xfrm>
          <a:prstGeom prst="ellipse">
            <a:avLst/>
          </a:prstGeom>
          <a:solidFill>
            <a:srgbClr val="2FE08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4747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Ойын мотивациясы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85876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Мадақ, анимация, жұлдызшалар — бала өзі қайта ойнағысы келеді.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745736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5234C"/>
          </a:solidFill>
          <a:ln w="13970">
            <a:solidFill>
              <a:srgbClr val="FF6F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62372"/>
            <a:ext cx="201168" cy="201168"/>
          </a:xfrm>
          <a:prstGeom prst="ellipse">
            <a:avLst/>
          </a:prstGeom>
          <a:solidFill>
            <a:srgbClr val="FF6FB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43000" y="49103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Бәрі бір жерде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29437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Дыбыс, артикуляция, есту, диалог — бір қосымшада.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745736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5234C"/>
          </a:solidFill>
          <a:ln w="13970">
            <a:solidFill>
              <a:srgbClr val="37D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5262372"/>
            <a:ext cx="201168" cy="201168"/>
          </a:xfrm>
          <a:prstGeom prst="ellipse">
            <a:avLst/>
          </a:prstGeom>
          <a:solidFill>
            <a:srgbClr val="37D6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12280" y="49103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Тегін әрі қолжетімді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529437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 браузер қажет. Ауыл да, қала да — бірдей.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8B7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566160"/>
            <a:ext cx="6217920" cy="6217920"/>
          </a:xfrm>
          <a:prstGeom prst="ellipse">
            <a:avLst/>
          </a:prstGeom>
          <a:solidFill>
            <a:srgbClr val="37D6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72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Қалай қолдану және әрі қарай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5234C"/>
          </a:solidFill>
          <a:ln w="15875">
            <a:solidFill>
              <a:srgbClr val="37D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47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Күнделікті қолдану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Күніне 10–15 минут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Дыбыс таңдау → ойындар → гимнастика → әңгіме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автоматты сақталады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Ата-ана мен логопед нәтижені қарайды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40680" cy="2514600"/>
          </a:xfrm>
          <a:prstGeom prst="roundRect">
            <a:avLst>
              <a:gd name="adj" fmla="val 4364"/>
            </a:avLst>
          </a:prstGeom>
          <a:solidFill>
            <a:srgbClr val="15234C"/>
          </a:solidFill>
          <a:ln w="15875">
            <a:solidFill>
              <a:srgbClr val="8B7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47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Әрі қарай даму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317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Толық прогресс-дэшборд, логопедке есеп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Мобайл қосымша (iOS / Android)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Көбірек тіл және дыбыс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 пен балабақшамен интеграция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26280"/>
            <a:ext cx="11155680" cy="1737360"/>
          </a:xfrm>
          <a:prstGeom prst="roundRect">
            <a:avLst>
              <a:gd name="adj" fmla="val 7368"/>
            </a:avLst>
          </a:prstGeom>
          <a:solidFill>
            <a:srgbClr val="0C1836"/>
          </a:solidFill>
          <a:ln w="19050">
            <a:solidFill>
              <a:srgbClr val="FFC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7091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Рахмет! Сұрақтарыңызға дайынмын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QOLDAU AI · qoldau.ai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QOLDAU AI — презентация</dc:title>
  <dc:subject>PptxGenJS Presentation</dc:subject>
  <dc:creator>QOLDAU AI</dc:creator>
  <cp:lastModifiedBy>QOLDAU AI</cp:lastModifiedBy>
  <cp:revision>1</cp:revision>
  <dcterms:created xsi:type="dcterms:W3CDTF">2026-09-06T12:08:20Z</dcterms:created>
  <dcterms:modified xsi:type="dcterms:W3CDTF">2026-09-06T12:08:20Z</dcterms:modified>
</cp:coreProperties>
</file>